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312" r:id="rId2"/>
    <p:sldId id="335" r:id="rId3"/>
    <p:sldId id="256" r:id="rId4"/>
    <p:sldId id="315" r:id="rId5"/>
    <p:sldId id="417" r:id="rId6"/>
    <p:sldId id="319" r:id="rId7"/>
    <p:sldId id="336" r:id="rId8"/>
    <p:sldId id="338" r:id="rId9"/>
    <p:sldId id="337" r:id="rId10"/>
    <p:sldId id="339" r:id="rId11"/>
    <p:sldId id="340" r:id="rId12"/>
    <p:sldId id="310" r:id="rId13"/>
    <p:sldId id="41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2448" autoAdjust="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75263-CFB7-4B0A-AF7D-F7C2AF769D6E}" type="datetimeFigureOut">
              <a:rPr lang="en-SG" smtClean="0"/>
              <a:t>23/6/2022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82799-85DF-476C-B240-020E568300E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3359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6927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8019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5043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9287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80717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5827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0449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7253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2801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5166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0033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0990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D82799-85DF-476C-B240-020E568300E4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144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1351280"/>
            <a:ext cx="8694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What is a React App?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403793"/>
            <a:ext cx="8615681" cy="213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85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5481" y="2849880"/>
            <a:ext cx="86941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Install Node JS in local PC</a:t>
            </a:r>
          </a:p>
          <a:p>
            <a:endParaRPr lang="en-US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87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1351280"/>
            <a:ext cx="8694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Download Node JS https://nodejs.org/en/download/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20" y="2200586"/>
            <a:ext cx="8308108" cy="44126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133600" y="5059680"/>
            <a:ext cx="1798320" cy="92456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3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59" y="1351280"/>
            <a:ext cx="8694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Install Node JS and verify with power shell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2359166"/>
            <a:ext cx="10359659" cy="15829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271520" y="2359166"/>
            <a:ext cx="1026160" cy="30275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85191" y="4348480"/>
            <a:ext cx="86941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How to install Create React App?</a:t>
            </a:r>
          </a:p>
          <a:p>
            <a:r>
              <a:rPr lang="en-US" sz="2800" dirty="0">
                <a:solidFill>
                  <a:srgbClr val="92D050"/>
                </a:solidFill>
              </a:rPr>
              <a:t>Refer to create react app generation.doc</a:t>
            </a:r>
          </a:p>
        </p:txBody>
      </p:sp>
    </p:spTree>
    <p:extLst>
      <p:ext uri="{BB962C8B-B14F-4D97-AF65-F5344CB8AC3E}">
        <p14:creationId xmlns:p14="http://schemas.microsoft.com/office/powerpoint/2010/main" val="18470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90981" y="3192780"/>
            <a:ext cx="86941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Create and Run React App without a Container</a:t>
            </a:r>
          </a:p>
          <a:p>
            <a:endParaRPr lang="en-US" sz="28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02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191" y="1432560"/>
            <a:ext cx="86941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92D050"/>
                </a:solidFill>
              </a:rPr>
              <a:t>Goto</a:t>
            </a:r>
            <a:r>
              <a:rPr lang="en-US" sz="2800" dirty="0">
                <a:solidFill>
                  <a:srgbClr val="92D050"/>
                </a:solidFill>
              </a:rPr>
              <a:t> c:/app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92D050"/>
                </a:solidFill>
              </a:rPr>
              <a:t>Run “</a:t>
            </a:r>
            <a:r>
              <a:rPr lang="en-SG" sz="2800" dirty="0" err="1">
                <a:solidFill>
                  <a:srgbClr val="92D050"/>
                </a:solidFill>
              </a:rPr>
              <a:t>npx</a:t>
            </a:r>
            <a:r>
              <a:rPr lang="en-SG" sz="2800" dirty="0">
                <a:solidFill>
                  <a:srgbClr val="92D050"/>
                </a:solidFill>
              </a:rPr>
              <a:t> create-react-app frontend”</a:t>
            </a:r>
            <a:r>
              <a:rPr lang="en-US" sz="2800" dirty="0">
                <a:solidFill>
                  <a:srgbClr val="92D050"/>
                </a:solidFill>
              </a:rPr>
              <a:t> </a:t>
            </a:r>
          </a:p>
          <a:p>
            <a:endParaRPr lang="en-US" sz="2800" dirty="0">
              <a:solidFill>
                <a:srgbClr val="92D050"/>
              </a:solidFill>
            </a:endParaRPr>
          </a:p>
          <a:p>
            <a:endParaRPr lang="en-US" sz="2800" dirty="0">
              <a:solidFill>
                <a:srgbClr val="92D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277" y="2461950"/>
            <a:ext cx="8876026" cy="4169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5191" y="5740400"/>
            <a:ext cx="2638729" cy="508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191" y="1432560"/>
            <a:ext cx="86941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92D050"/>
                </a:solidFill>
              </a:rPr>
              <a:t>Goto</a:t>
            </a:r>
            <a:r>
              <a:rPr lang="en-US" sz="2800" dirty="0">
                <a:solidFill>
                  <a:srgbClr val="92D050"/>
                </a:solidFill>
              </a:rPr>
              <a:t> c:/edureka_project (using a </a:t>
            </a:r>
            <a:r>
              <a:rPr lang="en-US" sz="2800" dirty="0" err="1">
                <a:solidFill>
                  <a:srgbClr val="92D050"/>
                </a:solidFill>
              </a:rPr>
              <a:t>Git</a:t>
            </a:r>
            <a:r>
              <a:rPr lang="en-US" sz="2800" dirty="0">
                <a:solidFill>
                  <a:srgbClr val="92D050"/>
                </a:solidFill>
              </a:rPr>
              <a:t> Bash)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92D050"/>
                </a:solidFill>
              </a:rPr>
              <a:t>Run “</a:t>
            </a:r>
            <a:r>
              <a:rPr lang="en-SG" sz="2800" dirty="0" err="1">
                <a:solidFill>
                  <a:srgbClr val="92D050"/>
                </a:solidFill>
              </a:rPr>
              <a:t>npx</a:t>
            </a:r>
            <a:r>
              <a:rPr lang="en-SG" sz="2800" dirty="0">
                <a:solidFill>
                  <a:srgbClr val="92D050"/>
                </a:solidFill>
              </a:rPr>
              <a:t> create-react-app frontend”</a:t>
            </a:r>
            <a:r>
              <a:rPr lang="en-US" sz="2800" dirty="0">
                <a:solidFill>
                  <a:srgbClr val="92D050"/>
                </a:solidFill>
              </a:rPr>
              <a:t> </a:t>
            </a:r>
          </a:p>
          <a:p>
            <a:endParaRPr lang="en-US" sz="2800" dirty="0">
              <a:solidFill>
                <a:srgbClr val="92D050"/>
              </a:solidFill>
            </a:endParaRPr>
          </a:p>
          <a:p>
            <a:endParaRPr lang="en-US" sz="2800" dirty="0">
              <a:solidFill>
                <a:srgbClr val="92D05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61" y="2340501"/>
            <a:ext cx="8103858" cy="431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9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191" y="1432560"/>
            <a:ext cx="86941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92D050"/>
                </a:solidFill>
              </a:rPr>
              <a:t>Frontend created successfully</a:t>
            </a:r>
          </a:p>
          <a:p>
            <a:endParaRPr lang="en-US" sz="2800" dirty="0">
              <a:solidFill>
                <a:srgbClr val="92D050"/>
              </a:solidFill>
            </a:endParaRPr>
          </a:p>
          <a:p>
            <a:endParaRPr lang="en-US" sz="2800" dirty="0">
              <a:solidFill>
                <a:srgbClr val="92D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58" y="1946315"/>
            <a:ext cx="8587422" cy="47538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5991" y="5618480"/>
            <a:ext cx="3614089" cy="72136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6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191" y="1432560"/>
            <a:ext cx="86941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92D050"/>
                </a:solidFill>
              </a:rPr>
              <a:t>Goto</a:t>
            </a:r>
            <a:r>
              <a:rPr lang="en-US" sz="2800" dirty="0">
                <a:solidFill>
                  <a:srgbClr val="92D050"/>
                </a:solidFill>
              </a:rPr>
              <a:t> frontend and type </a:t>
            </a:r>
            <a:r>
              <a:rPr lang="en-US" sz="2800" b="1" dirty="0">
                <a:solidFill>
                  <a:srgbClr val="FF0000"/>
                </a:solidFill>
              </a:rPr>
              <a:t>“</a:t>
            </a:r>
            <a:r>
              <a:rPr lang="en-US" sz="2800" b="1" dirty="0" err="1">
                <a:solidFill>
                  <a:srgbClr val="FF0000"/>
                </a:solidFill>
              </a:rPr>
              <a:t>npm</a:t>
            </a:r>
            <a:r>
              <a:rPr lang="en-US" sz="2800" b="1" dirty="0">
                <a:solidFill>
                  <a:srgbClr val="FF0000"/>
                </a:solidFill>
              </a:rPr>
              <a:t> start”</a:t>
            </a:r>
          </a:p>
          <a:p>
            <a:endParaRPr lang="en-US" sz="2800" dirty="0">
              <a:solidFill>
                <a:srgbClr val="92D050"/>
              </a:solidFill>
            </a:endParaRPr>
          </a:p>
          <a:p>
            <a:endParaRPr lang="en-US" sz="2800" dirty="0">
              <a:solidFill>
                <a:srgbClr val="92D05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1" y="2046203"/>
            <a:ext cx="8694189" cy="469393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93852" y="3369924"/>
            <a:ext cx="1027415" cy="226031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9579840" y="3189965"/>
            <a:ext cx="2602892" cy="646331"/>
            <a:chOff x="9479380" y="2426208"/>
            <a:chExt cx="2602892" cy="646331"/>
          </a:xfrm>
        </p:grpSpPr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F01A7A3-8DC8-4B1F-B080-70F34B3103CF}"/>
                </a:ext>
              </a:extLst>
            </p:cNvPr>
            <p:cNvSpPr/>
            <p:nvPr/>
          </p:nvSpPr>
          <p:spPr>
            <a:xfrm>
              <a:off x="9479380" y="2426208"/>
              <a:ext cx="2541932" cy="609600"/>
            </a:xfrm>
            <a:prstGeom prst="roundRect">
              <a:avLst/>
            </a:prstGeom>
            <a:solidFill>
              <a:srgbClr val="FFFF00"/>
            </a:solidFill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6A3A1A9-20D1-4A7A-B5E0-4D62D9AD722A}"/>
                </a:ext>
              </a:extLst>
            </p:cNvPr>
            <p:cNvSpPr txBox="1"/>
            <p:nvPr/>
          </p:nvSpPr>
          <p:spPr>
            <a:xfrm>
              <a:off x="9549661" y="2426208"/>
              <a:ext cx="25326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 smtClean="0">
                  <a:solidFill>
                    <a:srgbClr val="FF0000"/>
                  </a:solidFill>
                </a:rPr>
                <a:t>Start up the development server</a:t>
              </a:r>
              <a:endParaRPr lang="en-SG" b="1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0" name="Straight Arrow Connector 9"/>
          <p:cNvCxnSpPr>
            <a:stCxn id="4" idx="3"/>
          </p:cNvCxnSpPr>
          <p:nvPr/>
        </p:nvCxnSpPr>
        <p:spPr>
          <a:xfrm flipV="1">
            <a:off x="1921267" y="3482939"/>
            <a:ext cx="7666774" cy="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80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191" y="1432560"/>
            <a:ext cx="86941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92D050"/>
                </a:solidFill>
              </a:rPr>
              <a:t>Goto</a:t>
            </a:r>
            <a:r>
              <a:rPr lang="en-US" sz="2800" dirty="0">
                <a:solidFill>
                  <a:srgbClr val="92D050"/>
                </a:solidFill>
              </a:rPr>
              <a:t> frontend and type “</a:t>
            </a:r>
            <a:r>
              <a:rPr lang="en-US" sz="2800" dirty="0" err="1">
                <a:solidFill>
                  <a:srgbClr val="92D050"/>
                </a:solidFill>
              </a:rPr>
              <a:t>npm</a:t>
            </a:r>
            <a:r>
              <a:rPr lang="en-US" sz="2800" dirty="0">
                <a:solidFill>
                  <a:srgbClr val="92D050"/>
                </a:solidFill>
              </a:rPr>
              <a:t> start”</a:t>
            </a:r>
          </a:p>
          <a:p>
            <a:endParaRPr lang="en-US" sz="2800" dirty="0">
              <a:solidFill>
                <a:srgbClr val="92D050"/>
              </a:solidFill>
            </a:endParaRPr>
          </a:p>
          <a:p>
            <a:endParaRPr lang="en-US" sz="2800" dirty="0">
              <a:solidFill>
                <a:srgbClr val="92D05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91" y="2015381"/>
            <a:ext cx="8694189" cy="469393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5191" y="5405120"/>
            <a:ext cx="4071289" cy="7518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94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191" y="1329820"/>
            <a:ext cx="86941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92D050"/>
                </a:solidFill>
              </a:rPr>
              <a:t>React App (frontend) is </a:t>
            </a:r>
            <a:r>
              <a:rPr lang="en-US" sz="2000" dirty="0" smtClean="0">
                <a:solidFill>
                  <a:srgbClr val="92D050"/>
                </a:solidFill>
              </a:rPr>
              <a:t>generated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92D050"/>
                </a:solidFill>
              </a:rPr>
              <a:t>Browser will auto-pop up with React App (auto-mapped to port 3000)</a:t>
            </a:r>
            <a:endParaRPr lang="en-US" sz="2000" dirty="0">
              <a:solidFill>
                <a:srgbClr val="92D050"/>
              </a:solidFill>
            </a:endParaRPr>
          </a:p>
          <a:p>
            <a:endParaRPr lang="en-US" sz="2800" dirty="0">
              <a:solidFill>
                <a:srgbClr val="92D050"/>
              </a:solidFill>
            </a:endParaRPr>
          </a:p>
          <a:p>
            <a:endParaRPr lang="en-US" sz="2800" dirty="0">
              <a:solidFill>
                <a:srgbClr val="92D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834" y="2455524"/>
            <a:ext cx="8706563" cy="425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3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191" y="160098"/>
            <a:ext cx="8874198" cy="1003684"/>
          </a:xfrm>
        </p:spPr>
        <p:txBody>
          <a:bodyPr/>
          <a:lstStyle/>
          <a:p>
            <a:pPr algn="l"/>
            <a:r>
              <a:rPr lang="en-SG" sz="4800" dirty="0"/>
              <a:t>Create React App Generation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34" y="1271050"/>
            <a:ext cx="9087057" cy="4367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800" y="5860610"/>
            <a:ext cx="617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Notes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Type </a:t>
            </a:r>
            <a:r>
              <a:rPr lang="en-US" b="1" dirty="0">
                <a:solidFill>
                  <a:srgbClr val="FF0000"/>
                </a:solidFill>
              </a:rPr>
              <a:t>Ctrl C to terminate React App (frontend)</a:t>
            </a:r>
          </a:p>
        </p:txBody>
      </p:sp>
    </p:spTree>
    <p:extLst>
      <p:ext uri="{BB962C8B-B14F-4D97-AF65-F5344CB8AC3E}">
        <p14:creationId xmlns:p14="http://schemas.microsoft.com/office/powerpoint/2010/main" val="416610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056" y="3101555"/>
            <a:ext cx="5949257" cy="216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01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6655</TotalTime>
  <Words>190</Words>
  <Application>Microsoft Office PowerPoint</Application>
  <PresentationFormat>Widescreen</PresentationFormat>
  <Paragraphs>44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Trebuchet MS</vt:lpstr>
      <vt:lpstr>Wingdings 3</vt:lpstr>
      <vt:lpstr>Facet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Create React App Generation</vt:lpstr>
      <vt:lpstr>PowerPoint Presentation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Baisc</dc:title>
  <dc:creator>StudentAdmin</dc:creator>
  <cp:lastModifiedBy>Dell</cp:lastModifiedBy>
  <cp:revision>110</cp:revision>
  <dcterms:created xsi:type="dcterms:W3CDTF">2021-03-01T14:09:36Z</dcterms:created>
  <dcterms:modified xsi:type="dcterms:W3CDTF">2022-06-23T14:43:26Z</dcterms:modified>
</cp:coreProperties>
</file>